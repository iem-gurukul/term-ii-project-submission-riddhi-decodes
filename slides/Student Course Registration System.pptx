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74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185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6998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95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164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792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035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37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66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770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818715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158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0694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8164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3429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19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9B5E4-DB04-4E41-BB95-32A198973822}" type="datetimeFigureOut">
              <a:rPr lang="en-IN" smtClean="0"/>
              <a:t>29-03-2026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30B69CDF-EC24-4375-93E0-FF8336CD68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262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FC6B4-5FEA-2BD4-DBC0-AC2BDC4325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Student Course Registration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4D5CDE-FFE2-FBA0-A866-692FA7D17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458" y="4336026"/>
            <a:ext cx="9822426" cy="1155835"/>
          </a:xfrm>
        </p:spPr>
        <p:txBody>
          <a:bodyPr>
            <a:normAutofit/>
          </a:bodyPr>
          <a:lstStyle/>
          <a:p>
            <a:r>
              <a:rPr lang="en-US" sz="2400" dirty="0"/>
              <a:t>Problem: Manual registration leads to errors and duplicate entries</a:t>
            </a:r>
          </a:p>
          <a:p>
            <a:pPr algn="ctr"/>
            <a:r>
              <a:rPr lang="en-US" sz="2400" dirty="0"/>
              <a:t>Target Users: Students and basic academic administrators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355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73DA6-7DD0-1917-4FDB-C29F87504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F4D1E-08D0-4702-ABCA-39EE47D66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702" y="1708306"/>
            <a:ext cx="8596668" cy="3880773"/>
          </a:xfrm>
        </p:spPr>
        <p:txBody>
          <a:bodyPr/>
          <a:lstStyle/>
          <a:p>
            <a:r>
              <a:rPr lang="en-IN" dirty="0"/>
              <a:t>Architecture: GUI → </a:t>
            </a:r>
            <a:r>
              <a:rPr lang="en-IN" dirty="0" err="1"/>
              <a:t>RegistrationSystem</a:t>
            </a:r>
            <a:r>
              <a:rPr lang="en-IN" dirty="0"/>
              <a:t> → Student → Person</a:t>
            </a:r>
          </a:p>
          <a:p>
            <a:r>
              <a:rPr lang="en-IN" dirty="0"/>
              <a:t>Key Classes:</a:t>
            </a:r>
          </a:p>
          <a:p>
            <a:r>
              <a:rPr lang="en-IN" dirty="0"/>
              <a:t>• Person: Base class (name)</a:t>
            </a:r>
          </a:p>
          <a:p>
            <a:r>
              <a:rPr lang="en-IN" dirty="0"/>
              <a:t>• Student: Adds course details</a:t>
            </a:r>
          </a:p>
          <a:p>
            <a:r>
              <a:rPr lang="en-IN" dirty="0"/>
              <a:t>• </a:t>
            </a:r>
            <a:r>
              <a:rPr lang="en-IN" dirty="0" err="1"/>
              <a:t>RegistrationSystem</a:t>
            </a:r>
            <a:r>
              <a:rPr lang="en-IN" dirty="0"/>
              <a:t>: Manages data</a:t>
            </a:r>
          </a:p>
          <a:p>
            <a:r>
              <a:rPr lang="en-IN" dirty="0"/>
              <a:t>• </a:t>
            </a:r>
            <a:r>
              <a:rPr lang="en-IN" dirty="0" err="1"/>
              <a:t>StudentInfoApp</a:t>
            </a:r>
            <a:r>
              <a:rPr lang="en-IN" dirty="0"/>
              <a:t>: GUI handling</a:t>
            </a:r>
          </a:p>
          <a:p>
            <a:r>
              <a:rPr lang="en-IN" dirty="0"/>
              <a:t>Package Structure:</a:t>
            </a:r>
          </a:p>
          <a:p>
            <a:pPr marL="0" indent="0">
              <a:buNone/>
            </a:pPr>
            <a:r>
              <a:rPr lang="en-IN" dirty="0" err="1"/>
              <a:t>src</a:t>
            </a:r>
            <a:r>
              <a:rPr lang="en-IN" dirty="0"/>
              <a:t>/ → Person, Student, </a:t>
            </a:r>
            <a:r>
              <a:rPr lang="en-IN" dirty="0" err="1"/>
              <a:t>RegistrationSystem</a:t>
            </a:r>
            <a:r>
              <a:rPr lang="en-IN" dirty="0"/>
              <a:t>, </a:t>
            </a:r>
            <a:r>
              <a:rPr lang="en-IN" dirty="0" err="1"/>
              <a:t>StudentInfoApp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0143E3-D233-D50E-AFFD-FC4ADF15ED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9" r="8177" b="6371"/>
          <a:stretch>
            <a:fillRect/>
          </a:stretch>
        </p:blipFill>
        <p:spPr>
          <a:xfrm>
            <a:off x="7250740" y="2156614"/>
            <a:ext cx="4561076" cy="320625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1365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15094-F7EB-F337-C650-C0E0DCE55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OOP Concepts Used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FABB0-C2AA-B776-B41B-33AADF0AD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Abstraction: </a:t>
            </a:r>
            <a:r>
              <a:rPr lang="en-IN" dirty="0" err="1"/>
              <a:t>RegistrationSystem</a:t>
            </a:r>
            <a:r>
              <a:rPr lang="en-IN" dirty="0"/>
              <a:t> handles backend logic</a:t>
            </a:r>
          </a:p>
          <a:p>
            <a:r>
              <a:rPr lang="en-IN" dirty="0"/>
              <a:t>Inheritance: Student extends Person</a:t>
            </a:r>
          </a:p>
          <a:p>
            <a:r>
              <a:rPr lang="en-IN" dirty="0"/>
              <a:t>Polymorphism: </a:t>
            </a:r>
            <a:r>
              <a:rPr lang="en-IN" dirty="0" err="1"/>
              <a:t>getDetails</a:t>
            </a:r>
            <a:r>
              <a:rPr lang="en-IN" dirty="0"/>
              <a:t>() method overridden</a:t>
            </a:r>
          </a:p>
          <a:p>
            <a:r>
              <a:rPr lang="en-IN" dirty="0"/>
              <a:t>Encapsulation: Private variables with controlled access</a:t>
            </a:r>
          </a:p>
          <a:p>
            <a:r>
              <a:rPr lang="en-IN" dirty="0"/>
              <a:t>Design Pattern: Simple layered structure (GUI + logic separation)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3384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FB9E6-8791-34FB-2C7F-8D56B4122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Highlight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2F2D7-D417-F21E-DAE7-44735C7CA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Validation and Duplicate Entry Handling</a:t>
            </a:r>
          </a:p>
          <a:p>
            <a:r>
              <a:rPr lang="en-US" dirty="0"/>
              <a:t>Prevents empty input using validation checks</a:t>
            </a:r>
          </a:p>
          <a:p>
            <a:r>
              <a:rPr lang="en-US" dirty="0"/>
              <a:t>Prevents duplicate registrations using comparison logic</a:t>
            </a:r>
          </a:p>
          <a:p>
            <a:r>
              <a:rPr lang="en-US" dirty="0"/>
              <a:t>Chosen to improve reliability and data integrity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8528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99830-8EC8-5BD9-9984-A3C6EC79F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Live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7F165-7E2F-A767-9105-F91BD0997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application allows users to register a student by entering a name and selecting a course.</a:t>
            </a:r>
            <a:br>
              <a:rPr lang="en-US" dirty="0"/>
            </a:br>
            <a:r>
              <a:rPr lang="en-US" dirty="0"/>
              <a:t>Once submitted, the system dynamically displays all registered students.</a:t>
            </a:r>
          </a:p>
          <a:p>
            <a:r>
              <a:rPr lang="en-US" dirty="0"/>
              <a:t>The system ensures data integrity by validating user input.</a:t>
            </a:r>
            <a:br>
              <a:rPr lang="en-US" dirty="0"/>
            </a:br>
            <a:r>
              <a:rPr lang="en-US" dirty="0"/>
              <a:t>If the name field is left empty, an error message is displayed to prevent invalid entries.</a:t>
            </a:r>
          </a:p>
          <a:p>
            <a:r>
              <a:rPr lang="en-US" dirty="0"/>
              <a:t>Additionally, the system prevents duplicate registrations by checking if the same student is already registered for a selected course.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159395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</TotalTime>
  <Words>219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Student Course Registration System</vt:lpstr>
      <vt:lpstr>System Design</vt:lpstr>
      <vt:lpstr>OOP Concepts Used</vt:lpstr>
      <vt:lpstr>Technical Highlight</vt:lpstr>
      <vt:lpstr>Live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Riddhi Banerjee</dc:creator>
  <cp:lastModifiedBy>Riddhi Banerjee</cp:lastModifiedBy>
  <cp:revision>1</cp:revision>
  <dcterms:created xsi:type="dcterms:W3CDTF">2026-03-28T19:23:46Z</dcterms:created>
  <dcterms:modified xsi:type="dcterms:W3CDTF">2026-03-28T20:24:51Z</dcterms:modified>
</cp:coreProperties>
</file>